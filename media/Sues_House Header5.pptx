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1879263" cy="2519363"/>
  <p:notesSz cx="9144000" cy="6858000"/>
  <p:defaultTextStyle>
    <a:defPPr>
      <a:defRPr lang="en-US"/>
    </a:defPPr>
    <a:lvl1pPr marL="0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1pPr>
    <a:lvl2pPr marL="522442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2pPr>
    <a:lvl3pPr marL="1044885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3pPr>
    <a:lvl4pPr marL="1567327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4pPr>
    <a:lvl5pPr marL="2089770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5pPr>
    <a:lvl6pPr marL="2612212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6pPr>
    <a:lvl7pPr marL="3134655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7pPr>
    <a:lvl8pPr marL="3657097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8pPr>
    <a:lvl9pPr marL="4179540" algn="l" defTabSz="522442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6" userDrawn="1">
          <p15:clr>
            <a:srgbClr val="A4A3A4"/>
          </p15:clr>
        </p15:guide>
        <p15:guide id="3" orient="horz" pos="7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108" y="1350"/>
      </p:cViewPr>
      <p:guideLst>
        <p:guide pos="2806"/>
        <p:guide orient="horz" pos="7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AB0EC-F148-467A-92FC-5BD2312D45E7}" type="datetimeFigureOut">
              <a:rPr lang="en-GB" smtClean="0"/>
              <a:t>30/08/2026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84238" y="857250"/>
            <a:ext cx="10912476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A3332-1CC5-4FB3-AFA9-279188742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90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1pPr>
    <a:lvl2pPr marL="522442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2pPr>
    <a:lvl3pPr marL="1044885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3pPr>
    <a:lvl4pPr marL="1567327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4pPr>
    <a:lvl5pPr marL="2089770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5pPr>
    <a:lvl6pPr marL="2612212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6pPr>
    <a:lvl7pPr marL="3134655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7pPr>
    <a:lvl8pPr marL="3657097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8pPr>
    <a:lvl9pPr marL="4179540" algn="l" defTabSz="1044885" rtl="0" eaLnBrk="1" latinLnBrk="0" hangingPunct="1">
      <a:defRPr sz="13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8209" y="1616923"/>
            <a:ext cx="7573029" cy="11157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19" y="2949501"/>
            <a:ext cx="6236612" cy="13301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786" y="3344693"/>
            <a:ext cx="7573029" cy="103377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786" y="2206100"/>
            <a:ext cx="7573029" cy="1138593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474" y="1214502"/>
            <a:ext cx="3935006" cy="3435057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8970" y="1214502"/>
            <a:ext cx="3935006" cy="3435057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473" y="1165100"/>
            <a:ext cx="3936553" cy="485558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473" y="1650662"/>
            <a:ext cx="3936553" cy="2998897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5877" y="1165100"/>
            <a:ext cx="3938100" cy="485558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25877" y="1650662"/>
            <a:ext cx="3938100" cy="2998897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475" y="207236"/>
            <a:ext cx="2931146" cy="88195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346" y="207240"/>
            <a:ext cx="4980629" cy="444232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5475" y="1089198"/>
            <a:ext cx="2931146" cy="35603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15" y="3643497"/>
            <a:ext cx="5345668" cy="43013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6315" y="465080"/>
            <a:ext cx="5345668" cy="3122997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6315" y="4073632"/>
            <a:ext cx="5345668" cy="61086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9349" y="208445"/>
            <a:ext cx="2004626" cy="44411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474" y="208445"/>
            <a:ext cx="5865386" cy="444111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472" y="208444"/>
            <a:ext cx="8018502" cy="86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472" y="1214502"/>
            <a:ext cx="8018502" cy="3435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474" y="4824261"/>
            <a:ext cx="2078870" cy="27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4063" y="4824261"/>
            <a:ext cx="2821324" cy="27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85106" y="4824261"/>
            <a:ext cx="2078870" cy="27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48640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548640" rtl="0" eaLnBrk="1" latinLnBrk="0" hangingPunct="1">
        <a:spcBef>
          <a:spcPct val="20000"/>
        </a:spcBef>
        <a:buFont typeface="Arial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68536" y="-801839"/>
            <a:ext cx="1752659" cy="2954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20" b="1">
                <a:solidFill>
                  <a:srgbClr val="2D2D2D"/>
                </a:solidFill>
                <a:latin typeface="Arial"/>
              </a:rPr>
              <a:t>DESKTOP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068535" y="-538484"/>
            <a:ext cx="2097049" cy="2492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20">
                <a:solidFill>
                  <a:srgbClr val="2D2D2D"/>
                </a:solidFill>
                <a:latin typeface="Arial"/>
              </a:rPr>
              <a:t>Recommended size: 160 × 40 px</a:t>
            </a:r>
          </a:p>
        </p:txBody>
      </p:sp>
      <p:pic>
        <p:nvPicPr>
          <p:cNvPr id="4" name="Picture 3" descr="sues_hou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5451" y="496938"/>
            <a:ext cx="2468953" cy="18713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30648" y="661532"/>
            <a:ext cx="18289" cy="1700834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pic>
        <p:nvPicPr>
          <p:cNvPr id="6" name="Picture 5" descr="kings_award_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084" y="880995"/>
            <a:ext cx="1042447" cy="1078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3532" y="880996"/>
            <a:ext cx="27531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31873"/>
                </a:solidFill>
                <a:latin typeface="Arial"/>
              </a:rPr>
              <a:t>The King’s Award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3532" y="1308948"/>
            <a:ext cx="32572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431873"/>
                </a:solidFill>
                <a:latin typeface="Arial"/>
              </a:rPr>
              <a:t>for Voluntary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531" y="1758845"/>
            <a:ext cx="2848857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60" i="1" dirty="0">
                <a:solidFill>
                  <a:srgbClr val="431873"/>
                </a:solidFill>
                <a:latin typeface="Arial"/>
              </a:rPr>
              <a:t>The MBE for volunteer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570" y="661532"/>
            <a:ext cx="18289" cy="1700834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1" name="Heart 10"/>
          <p:cNvSpPr/>
          <p:nvPr/>
        </p:nvSpPr>
        <p:spPr>
          <a:xfrm>
            <a:off x="8763381" y="1330893"/>
            <a:ext cx="219462" cy="219462"/>
          </a:xfrm>
          <a:prstGeom prst="hear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" name="TextBox 11"/>
          <p:cNvSpPr txBox="1"/>
          <p:nvPr/>
        </p:nvSpPr>
        <p:spPr>
          <a:xfrm>
            <a:off x="9224255" y="880994"/>
            <a:ext cx="2172390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60" b="1">
                <a:solidFill>
                  <a:srgbClr val="431873"/>
                </a:solidFill>
                <a:latin typeface="Arial"/>
              </a:rPr>
              <a:t>Ilford Cancer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4254" y="1276027"/>
            <a:ext cx="2820003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60" b="1">
                <a:solidFill>
                  <a:srgbClr val="431873"/>
                </a:solidFill>
                <a:latin typeface="Arial"/>
              </a:rPr>
              <a:t>Holistic Help Centre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4254" y="1736899"/>
            <a:ext cx="2007281" cy="3046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80">
                <a:solidFill>
                  <a:srgbClr val="431873"/>
                </a:solidFill>
                <a:latin typeface="Arial"/>
              </a:rPr>
              <a:t>10 Dawlish Drive, Ilford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4255" y="2066093"/>
            <a:ext cx="1444626" cy="3046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80" dirty="0">
                <a:solidFill>
                  <a:srgbClr val="431873"/>
                </a:solidFill>
                <a:latin typeface="Arial"/>
              </a:rPr>
              <a:t>Essex, IG3 9ED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068536" y="3068590"/>
            <a:ext cx="6178294" cy="19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96">
                <a:solidFill>
                  <a:srgbClr val="6E6E6E"/>
                </a:solidFill>
                <a:latin typeface="Arial"/>
              </a:rPr>
              <a:t>Editable text, separators and heart. The Sue’s House and crown artwork remain image elements; original vector artwork is required for full vector editing.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kings_award_cr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0244" y="698467"/>
            <a:ext cx="1042447" cy="1078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851" y="473636"/>
            <a:ext cx="27531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431873"/>
                </a:solidFill>
                <a:latin typeface="Arial"/>
              </a:rPr>
              <a:t>The King’s Award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28" y="946679"/>
            <a:ext cx="32572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431873"/>
                </a:solidFill>
                <a:latin typeface="Arial"/>
              </a:rPr>
              <a:t>for Voluntary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635" y="1426824"/>
            <a:ext cx="3274493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 i="1" dirty="0">
                <a:solidFill>
                  <a:srgbClr val="431873"/>
                </a:solidFill>
                <a:latin typeface="Arial"/>
              </a:rPr>
              <a:t>The MBE for volunteer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33859" y="434707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" name="TextBox 11"/>
          <p:cNvSpPr txBox="1"/>
          <p:nvPr/>
        </p:nvSpPr>
        <p:spPr>
          <a:xfrm>
            <a:off x="8871204" y="698467"/>
            <a:ext cx="275528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1" dirty="0">
                <a:solidFill>
                  <a:srgbClr val="431873"/>
                </a:solidFill>
                <a:latin typeface="Arial"/>
              </a:rPr>
              <a:t>Ilford Cancer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1204" y="1081465"/>
            <a:ext cx="289596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1" dirty="0">
                <a:solidFill>
                  <a:srgbClr val="431873"/>
                </a:solidFill>
                <a:latin typeface="Arial"/>
              </a:rPr>
              <a:t>Holistic Help Centre</a:t>
            </a:r>
          </a:p>
        </p:txBody>
      </p:sp>
      <p:pic>
        <p:nvPicPr>
          <p:cNvPr id="17" name="Picture 16" descr="sues_hou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24" y="340342"/>
            <a:ext cx="2468953" cy="18713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765371" y="466532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</p:spTree>
    <p:extLst>
      <p:ext uri="{BB962C8B-B14F-4D97-AF65-F5344CB8AC3E}">
        <p14:creationId xmlns:p14="http://schemas.microsoft.com/office/powerpoint/2010/main" val="49690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33859" y="434707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" name="TextBox 11"/>
          <p:cNvSpPr txBox="1"/>
          <p:nvPr/>
        </p:nvSpPr>
        <p:spPr>
          <a:xfrm>
            <a:off x="8871204" y="698467"/>
            <a:ext cx="275528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1" dirty="0">
                <a:solidFill>
                  <a:srgbClr val="431873"/>
                </a:solidFill>
                <a:latin typeface="Arial"/>
              </a:rPr>
              <a:t>Ilford Cancer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1204" y="1081465"/>
            <a:ext cx="289596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1" dirty="0">
                <a:solidFill>
                  <a:srgbClr val="431873"/>
                </a:solidFill>
                <a:latin typeface="Arial"/>
              </a:rPr>
              <a:t>Holistic Help Centre</a:t>
            </a:r>
          </a:p>
        </p:txBody>
      </p:sp>
      <p:pic>
        <p:nvPicPr>
          <p:cNvPr id="17" name="Picture 16" descr="sues_hou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24" y="340342"/>
            <a:ext cx="2468953" cy="18713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765371" y="466532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788" y="300389"/>
            <a:ext cx="1697776" cy="201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9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303961" y="390796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" name="TextBox 11"/>
          <p:cNvSpPr txBox="1"/>
          <p:nvPr/>
        </p:nvSpPr>
        <p:spPr>
          <a:xfrm>
            <a:off x="7124587" y="642190"/>
            <a:ext cx="275528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160" b="1" dirty="0" smtClean="0">
                <a:solidFill>
                  <a:srgbClr val="431873"/>
                </a:solidFill>
                <a:latin typeface="Arial"/>
              </a:rPr>
              <a:t>    </a:t>
            </a:r>
            <a:r>
              <a:rPr sz="2160" b="1" dirty="0" smtClean="0">
                <a:solidFill>
                  <a:srgbClr val="431873"/>
                </a:solidFill>
                <a:latin typeface="Arial"/>
              </a:rPr>
              <a:t>Ilford </a:t>
            </a:r>
            <a:r>
              <a:rPr sz="2160" b="1" dirty="0">
                <a:solidFill>
                  <a:srgbClr val="431873"/>
                </a:solidFill>
                <a:latin typeface="Arial"/>
              </a:rPr>
              <a:t>Cancer </a:t>
            </a:r>
            <a:r>
              <a:rPr sz="2160" b="1" dirty="0" smtClean="0">
                <a:solidFill>
                  <a:srgbClr val="431873"/>
                </a:solidFill>
                <a:latin typeface="Arial"/>
              </a:rPr>
              <a:t>&amp;</a:t>
            </a:r>
            <a:r>
              <a:rPr lang="en-GB" sz="2160" b="1" dirty="0" smtClean="0">
                <a:solidFill>
                  <a:srgbClr val="431873"/>
                </a:solidFill>
                <a:latin typeface="Arial"/>
              </a:rPr>
              <a:t> </a:t>
            </a:r>
            <a:endParaRPr sz="2160" b="1" dirty="0">
              <a:solidFill>
                <a:srgbClr val="431873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24587" y="1078623"/>
            <a:ext cx="366821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1" dirty="0" smtClean="0">
                <a:solidFill>
                  <a:srgbClr val="431873"/>
                </a:solidFill>
                <a:latin typeface="Arial"/>
              </a:rPr>
              <a:t>Holistic </a:t>
            </a:r>
            <a:r>
              <a:rPr sz="2160" b="1" dirty="0">
                <a:solidFill>
                  <a:srgbClr val="431873"/>
                </a:solidFill>
                <a:latin typeface="Arial"/>
              </a:rPr>
              <a:t>Help Centre</a:t>
            </a:r>
          </a:p>
        </p:txBody>
      </p:sp>
      <p:pic>
        <p:nvPicPr>
          <p:cNvPr id="17" name="Picture 16" descr="sues_hou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34" y="268102"/>
            <a:ext cx="2468953" cy="18713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487522" y="422070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205" y="195862"/>
            <a:ext cx="1697776" cy="201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6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303961" y="390796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" name="TextBox 11"/>
          <p:cNvSpPr txBox="1"/>
          <p:nvPr/>
        </p:nvSpPr>
        <p:spPr>
          <a:xfrm>
            <a:off x="7124587" y="642190"/>
            <a:ext cx="275528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160" b="1" dirty="0" smtClean="0">
                <a:solidFill>
                  <a:srgbClr val="431873"/>
                </a:solidFill>
                <a:latin typeface="Arial"/>
              </a:rPr>
              <a:t>    </a:t>
            </a:r>
            <a:r>
              <a:rPr sz="2160" b="1" dirty="0" smtClean="0">
                <a:solidFill>
                  <a:srgbClr val="431873"/>
                </a:solidFill>
                <a:latin typeface="Arial"/>
              </a:rPr>
              <a:t>Ilford </a:t>
            </a:r>
            <a:r>
              <a:rPr sz="2160" b="1" dirty="0">
                <a:solidFill>
                  <a:srgbClr val="431873"/>
                </a:solidFill>
                <a:latin typeface="Arial"/>
              </a:rPr>
              <a:t>Cancer </a:t>
            </a:r>
            <a:r>
              <a:rPr sz="2160" b="1" dirty="0" smtClean="0">
                <a:solidFill>
                  <a:srgbClr val="431873"/>
                </a:solidFill>
                <a:latin typeface="Arial"/>
              </a:rPr>
              <a:t>&amp;</a:t>
            </a:r>
            <a:r>
              <a:rPr lang="en-GB" sz="2160" b="1" dirty="0" smtClean="0">
                <a:solidFill>
                  <a:srgbClr val="431873"/>
                </a:solidFill>
                <a:latin typeface="Arial"/>
              </a:rPr>
              <a:t> </a:t>
            </a:r>
            <a:endParaRPr sz="2160" b="1" dirty="0">
              <a:solidFill>
                <a:srgbClr val="431873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24587" y="1078623"/>
            <a:ext cx="366821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60" b="1" dirty="0" smtClean="0">
                <a:solidFill>
                  <a:srgbClr val="431873"/>
                </a:solidFill>
                <a:latin typeface="Arial"/>
              </a:rPr>
              <a:t>Holistic </a:t>
            </a:r>
            <a:r>
              <a:rPr sz="2160" b="1" dirty="0">
                <a:solidFill>
                  <a:srgbClr val="431873"/>
                </a:solidFill>
                <a:latin typeface="Arial"/>
              </a:rPr>
              <a:t>Help Centre</a:t>
            </a:r>
          </a:p>
        </p:txBody>
      </p:sp>
      <p:pic>
        <p:nvPicPr>
          <p:cNvPr id="17" name="Picture 16" descr="sues_hou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34" y="268102"/>
            <a:ext cx="2468953" cy="18713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487522" y="422070"/>
            <a:ext cx="54864" cy="1682639"/>
          </a:xfrm>
          <a:prstGeom prst="rect">
            <a:avLst/>
          </a:prstGeom>
          <a:solidFill>
            <a:srgbClr val="431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218" y="3707"/>
            <a:ext cx="2055737" cy="251936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42386" y="2104709"/>
            <a:ext cx="2761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Registered Charity No.299782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337889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102</Words>
  <Application>Microsoft Office PowerPoint</Application>
  <PresentationFormat>Custom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Pete</dc:creator>
  <cp:keywords/>
  <dc:description>generated using python-pptx</dc:description>
  <cp:lastModifiedBy>Pete Johnson</cp:lastModifiedBy>
  <cp:revision>9</cp:revision>
  <dcterms:created xsi:type="dcterms:W3CDTF">2013-01-27T09:14:16Z</dcterms:created>
  <dcterms:modified xsi:type="dcterms:W3CDTF">2026-08-30T14:32:12Z</dcterms:modified>
  <cp:category/>
</cp:coreProperties>
</file>