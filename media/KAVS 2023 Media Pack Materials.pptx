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Robo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ZjZ9lxonlBHXsFdpCRZQ5JuxL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0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21182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276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677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48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b05531b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b05531b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2132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5b0553b23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85b0553b23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221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5b05531bb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85b05531bb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1829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5b0553b23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85b0553b23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172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5b05531b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85b05531b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920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5b0553b23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85b0553b23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489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5b05531b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5b05531bb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093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5b05531b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5b05531b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558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5b05531bb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85b05531bb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196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85b05531bb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85b05531bb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8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66216" y="730251"/>
            <a:ext cx="6571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866216" y="1952625"/>
            <a:ext cx="66192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2004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○"/>
              <a:defRPr/>
            </a:lvl2pPr>
            <a:lvl3pPr marL="1371600" lvl="2" indent="-320039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■"/>
              <a:defRPr/>
            </a:lvl3pPr>
            <a:lvl4pPr marL="1828800" lvl="3" indent="-320039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●"/>
              <a:defRPr/>
            </a:lvl4pPr>
            <a:lvl5pPr marL="2286000" lvl="4" indent="-320039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○"/>
              <a:defRPr/>
            </a:lvl5pPr>
            <a:lvl6pPr marL="2743200" lvl="5" indent="-320039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■"/>
              <a:defRPr/>
            </a:lvl6pPr>
            <a:lvl7pPr marL="3200400" lvl="6" indent="-320039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●"/>
              <a:defRPr/>
            </a:lvl7pPr>
            <a:lvl8pPr marL="3657600" lvl="7" indent="-32004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○"/>
              <a:defRPr/>
            </a:lvl8pPr>
            <a:lvl9pPr marL="4114800" lvl="8" indent="-32004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dt" idx="10"/>
          </p:nvPr>
        </p:nvSpPr>
        <p:spPr>
          <a:xfrm>
            <a:off x="7989829" y="4793879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ftr" idx="11"/>
          </p:nvPr>
        </p:nvSpPr>
        <p:spPr>
          <a:xfrm>
            <a:off x="420833" y="4793879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ldNum" idx="12"/>
          </p:nvPr>
        </p:nvSpPr>
        <p:spPr>
          <a:xfrm>
            <a:off x="7764406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3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rgbClr val="953AD5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n-us/article/save-a-slide-58a32e76-2026-431c-9d2b-e8312e49dae7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1273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KAVS Media Pack Materials</a:t>
            </a:r>
            <a:endParaRPr/>
          </a:p>
        </p:txBody>
      </p:sp>
      <p:sp>
        <p:nvSpPr>
          <p:cNvPr id="132" name="Google Shape;132;p1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KAVS 2023 Materials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1273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Templates and themes for Social Media use</a:t>
            </a:r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This PowerPoint includes banners and images that can be used in your social media coverage, some of which can be customised with your own message.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 b="1"/>
              <a:t>Steps: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Choose a theme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Input your own text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Save it as a image file (.jpg or png - see next slide for more details)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Upload to social media with a caption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Press post and tag us - we will do our best to retweet and share it!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127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How to save a PowerPoint slide as an image:</a:t>
            </a:r>
            <a:endParaRPr/>
          </a:p>
        </p:txBody>
      </p:sp>
      <p:sp>
        <p:nvSpPr>
          <p:cNvPr id="144" name="Google Shape;144;p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4255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In the slide thumbnail pane, on the left side of the PowerPoint window, select the slide you want to save.</a:t>
            </a:r>
            <a:endParaRPr sz="1400"/>
          </a:p>
          <a:p>
            <a:pPr marL="3429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Click File &gt; Save As. Select where you want to save. </a:t>
            </a:r>
            <a:endParaRPr sz="1400"/>
          </a:p>
          <a:p>
            <a:pPr marL="3429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Type the name of your slide image in the File name text box.</a:t>
            </a:r>
            <a:endParaRPr sz="1400"/>
          </a:p>
          <a:p>
            <a:pPr marL="3429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Click to open the Save as Type drop-down menu. Select one of the following image formats for your slide. JPEG File Interchange Format (.jpg), PNG Portable Network Graphics Format (.png)</a:t>
            </a:r>
            <a:endParaRPr sz="1400"/>
          </a:p>
          <a:p>
            <a:pPr marL="3429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Click Save. </a:t>
            </a:r>
            <a:endParaRPr sz="1400"/>
          </a:p>
          <a:p>
            <a:pPr marL="342900" lvl="0" indent="-34290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Review the PowerPoint dialog box, and select Just This One to save your selected slide as an image.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lang="en-US" sz="1400"/>
              <a:t>Further instructions here: </a:t>
            </a:r>
            <a:r>
              <a:rPr lang="en-US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Link to Microsoft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285b05531b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33712"/>
            <a:ext cx="9143998" cy="601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285b0553b23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075" y="-22658"/>
            <a:ext cx="9176125" cy="516615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285b0553b23_1_21"/>
          <p:cNvSpPr txBox="1"/>
          <p:nvPr/>
        </p:nvSpPr>
        <p:spPr>
          <a:xfrm>
            <a:off x="4184800" y="857700"/>
            <a:ext cx="4428300" cy="3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8227F"/>
                </a:solidFill>
                <a:latin typeface="Roboto"/>
                <a:ea typeface="Roboto"/>
                <a:cs typeface="Roboto"/>
                <a:sym typeface="Roboto"/>
              </a:rPr>
              <a:t>Insert your own text / logo here… </a:t>
            </a:r>
            <a:endParaRPr>
              <a:solidFill>
                <a:srgbClr val="6822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1273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285b05531bb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" y="0"/>
            <a:ext cx="91358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85b0553b23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" y="-68462"/>
            <a:ext cx="9135900" cy="52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85b0553b23_1_12"/>
          <p:cNvSpPr txBox="1"/>
          <p:nvPr/>
        </p:nvSpPr>
        <p:spPr>
          <a:xfrm>
            <a:off x="4184800" y="857700"/>
            <a:ext cx="4428300" cy="3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Insert your own text / logo here…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285b05531bb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142" y="-35575"/>
            <a:ext cx="9262290" cy="52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285b0553b23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588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285b0553b23_1_27"/>
          <p:cNvSpPr txBox="1"/>
          <p:nvPr/>
        </p:nvSpPr>
        <p:spPr>
          <a:xfrm>
            <a:off x="4184800" y="857700"/>
            <a:ext cx="4428300" cy="3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8227F"/>
                </a:solidFill>
                <a:latin typeface="Roboto"/>
                <a:ea typeface="Roboto"/>
                <a:cs typeface="Roboto"/>
                <a:sym typeface="Roboto"/>
              </a:rPr>
              <a:t>Insert your own text / logo here… </a:t>
            </a:r>
            <a:endParaRPr>
              <a:solidFill>
                <a:srgbClr val="6822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285b05531bb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58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285b05531bb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275"/>
            <a:ext cx="9174450" cy="514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85b05531bb_1_18"/>
          <p:cNvSpPr txBox="1"/>
          <p:nvPr/>
        </p:nvSpPr>
        <p:spPr>
          <a:xfrm>
            <a:off x="2892000" y="903875"/>
            <a:ext cx="4428300" cy="3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8227F"/>
                </a:solidFill>
                <a:latin typeface="Roboto"/>
                <a:ea typeface="Roboto"/>
                <a:cs typeface="Roboto"/>
                <a:sym typeface="Roboto"/>
              </a:rPr>
              <a:t>Insert your own text / logo here… </a:t>
            </a:r>
            <a:endParaRPr>
              <a:solidFill>
                <a:srgbClr val="6822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285b05531bb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" y="0"/>
            <a:ext cx="91358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285b05531bb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58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85b05531bb_1_24"/>
          <p:cNvSpPr txBox="1"/>
          <p:nvPr/>
        </p:nvSpPr>
        <p:spPr>
          <a:xfrm>
            <a:off x="3833900" y="820775"/>
            <a:ext cx="4428300" cy="3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8227F"/>
                </a:solidFill>
                <a:latin typeface="Roboto"/>
                <a:ea typeface="Roboto"/>
                <a:cs typeface="Roboto"/>
                <a:sym typeface="Roboto"/>
              </a:rPr>
              <a:t>Insert your own text / logo here… </a:t>
            </a:r>
            <a:endParaRPr>
              <a:solidFill>
                <a:srgbClr val="6822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6E1273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On-screen Show (16:9)</PresentationFormat>
  <Paragraphs>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Roboto</vt:lpstr>
      <vt:lpstr>Arial</vt:lpstr>
      <vt:lpstr>Material</vt:lpstr>
      <vt:lpstr>Material</vt:lpstr>
      <vt:lpstr>KAVS Media Pack Materials</vt:lpstr>
      <vt:lpstr>Templates and themes for Social Media use</vt:lpstr>
      <vt:lpstr>How to save a PowerPoint slide as an image: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KAVS Media Pack Materials</dc:title>
  <dc:creator>Pete</dc:creator>
  <cp:lastModifiedBy>Pete Johnson</cp:lastModifiedBy>
  <cp:revision>1</cp:revision>
  <dcterms:modified xsi:type="dcterms:W3CDTF">2026-08-21T10:37:36Z</dcterms:modified>
</cp:coreProperties>
</file>